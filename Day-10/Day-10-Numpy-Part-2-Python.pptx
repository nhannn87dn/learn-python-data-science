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324" r:id="rId3"/>
    <p:sldId id="325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C36"/>
    <a:srgbClr val="FF66CC"/>
    <a:srgbClr val="FFC500"/>
    <a:srgbClr val="B2A5F5"/>
    <a:srgbClr val="CCC3F8"/>
    <a:srgbClr val="FCCFEA"/>
    <a:srgbClr val="FAACDA"/>
    <a:srgbClr val="9ACFF5"/>
    <a:srgbClr val="3A75A6"/>
    <a:srgbClr val="64C0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85" autoAdjust="0"/>
    <p:restoredTop sz="94280" autoAdjust="0"/>
  </p:normalViewPr>
  <p:slideViewPr>
    <p:cSldViewPr snapToGrid="0">
      <p:cViewPr varScale="1">
        <p:scale>
          <a:sx n="113" d="100"/>
          <a:sy n="113" d="100"/>
        </p:scale>
        <p:origin x="15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DF935-9821-4834-9D99-7DEFA719F44D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6C599-AFDD-4E70-A5D7-287F6F8DC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0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76" y="2133600"/>
            <a:ext cx="3400425" cy="4724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70497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930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"/>
            <a:ext cx="9144000" cy="669849"/>
          </a:xfrm>
          <a:prstGeom prst="rect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648450"/>
            <a:ext cx="9144000" cy="209550"/>
          </a:xfrm>
          <a:prstGeom prst="rect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9049" y="6648451"/>
            <a:ext cx="837841" cy="2095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9EC917-02A2-4152-9EE3-DFE2775A77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626" y="-1"/>
            <a:ext cx="2619375" cy="36195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2862565" y="134871"/>
            <a:ext cx="3662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mtClean="0">
                <a:solidFill>
                  <a:schemeClr val="bg1"/>
                </a:solidFill>
                <a:latin typeface="+mj-lt"/>
                <a:ea typeface="Roboto" pitchFamily="2" charset="0"/>
                <a:cs typeface="Arial" panose="020B0604020202020204" pitchFamily="34" charset="0"/>
              </a:rPr>
              <a:t>Python – Data</a:t>
            </a:r>
            <a:r>
              <a:rPr lang="en-US" sz="2000" b="1" baseline="0" smtClean="0">
                <a:solidFill>
                  <a:schemeClr val="bg1"/>
                </a:solidFill>
                <a:latin typeface="+mj-lt"/>
                <a:ea typeface="Roboto" pitchFamily="2" charset="0"/>
                <a:cs typeface="Arial" panose="020B0604020202020204" pitchFamily="34" charset="0"/>
              </a:rPr>
              <a:t> Science</a:t>
            </a:r>
            <a:endParaRPr lang="en-US" sz="2000" b="1" dirty="0">
              <a:solidFill>
                <a:schemeClr val="bg1"/>
              </a:solidFill>
              <a:latin typeface="+mj-lt"/>
              <a:ea typeface="Roboto" pitchFamily="2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aptech-danang.edu.vn/Content/ace/images/banner-sm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739"/>
            <a:ext cx="2727799" cy="66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029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"/>
            <a:ext cx="9144000" cy="669849"/>
          </a:xfrm>
          <a:prstGeom prst="rect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648450"/>
            <a:ext cx="9144000" cy="209550"/>
          </a:xfrm>
          <a:prstGeom prst="rect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9049" y="6648451"/>
            <a:ext cx="837841" cy="2095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9EC917-02A2-4152-9EE3-DFE2775A77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626" y="-1"/>
            <a:ext cx="2619375" cy="36195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2862565" y="134871"/>
            <a:ext cx="3662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kern="1200" smtClean="0">
                <a:solidFill>
                  <a:schemeClr val="bg1"/>
                </a:solidFill>
                <a:latin typeface="+mn-lt"/>
                <a:ea typeface="Roboto" pitchFamily="2" charset="0"/>
                <a:cs typeface="Arial" panose="020B0604020202020204" pitchFamily="34" charset="0"/>
              </a:rPr>
              <a:t>Python – Data</a:t>
            </a:r>
            <a:r>
              <a:rPr lang="en-US" sz="2000" b="1" kern="1200" baseline="0" smtClean="0">
                <a:solidFill>
                  <a:schemeClr val="bg1"/>
                </a:solidFill>
                <a:latin typeface="+mn-lt"/>
                <a:ea typeface="Roboto" pitchFamily="2" charset="0"/>
                <a:cs typeface="Arial" panose="020B0604020202020204" pitchFamily="34" charset="0"/>
              </a:rPr>
              <a:t> Science</a:t>
            </a:r>
            <a:endParaRPr lang="en-US" sz="2000" b="1" kern="1200" dirty="0">
              <a:solidFill>
                <a:schemeClr val="bg1"/>
              </a:solidFill>
              <a:latin typeface="+mn-lt"/>
              <a:ea typeface="Roboto" pitchFamily="2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aptech-danang.edu.vn/Content/ace/images/banner-sm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739"/>
            <a:ext cx="2727799" cy="665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301925" y="1290010"/>
            <a:ext cx="8454964" cy="27432"/>
          </a:xfrm>
          <a:prstGeom prst="rect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01925" y="851289"/>
            <a:ext cx="8454964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 smtClean="0">
                <a:solidFill>
                  <a:srgbClr val="64C7E9"/>
                </a:solidFill>
                <a:ea typeface="Roboto" pitchFamily="2" charset="0"/>
              </a:defRPr>
            </a:lvl1pPr>
          </a:lstStyle>
          <a:p>
            <a:pPr marL="0" lvl="0"/>
            <a:r>
              <a:rPr lang="en-US" dirty="0" smtClean="0"/>
              <a:t>Tittle</a:t>
            </a:r>
          </a:p>
        </p:txBody>
      </p:sp>
    </p:spTree>
    <p:extLst>
      <p:ext uri="{BB962C8B-B14F-4D97-AF65-F5344CB8AC3E}">
        <p14:creationId xmlns:p14="http://schemas.microsoft.com/office/powerpoint/2010/main" val="35125624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EC917-02A2-4152-9EE3-DFE2775A7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1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4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numpy/default.asp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82502"/>
            <a:ext cx="9144000" cy="1924493"/>
          </a:xfrm>
          <a:prstGeom prst="rect">
            <a:avLst/>
          </a:prstGeom>
          <a:solidFill>
            <a:srgbClr val="FFC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32185" y="3398810"/>
            <a:ext cx="3079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</a:rPr>
              <a:t>BÀI </a:t>
            </a:r>
            <a:r>
              <a:rPr lang="en-US" sz="3600" b="1" smtClean="0">
                <a:solidFill>
                  <a:schemeClr val="bg1"/>
                </a:solidFill>
              </a:rPr>
              <a:t>10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7019" y="4179138"/>
            <a:ext cx="6869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smtClean="0">
                <a:solidFill>
                  <a:schemeClr val="bg1"/>
                </a:solidFill>
                <a:ea typeface="Roboto" pitchFamily="2" charset="0"/>
              </a:rPr>
              <a:t>NumPy Phần 2</a:t>
            </a:r>
            <a:endParaRPr lang="en-US" sz="4000" b="1" dirty="0">
              <a:solidFill>
                <a:schemeClr val="bg1"/>
              </a:solidFill>
              <a:ea typeface="Roboto" pitchFamily="2" charset="0"/>
            </a:endParaRPr>
          </a:p>
        </p:txBody>
      </p:sp>
      <p:pic>
        <p:nvPicPr>
          <p:cNvPr id="2050" name="Picture 2" descr="https://aptech-danang.edu.vn/Content/ace/images/banner-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978" y="1263702"/>
            <a:ext cx="4766044" cy="116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3468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EC917-02A2-4152-9EE3-DFE2775A77C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1925" y="851289"/>
            <a:ext cx="8454964" cy="424732"/>
          </a:xfrm>
        </p:spPr>
        <p:txBody>
          <a:bodyPr/>
          <a:lstStyle/>
          <a:p>
            <a:r>
              <a:rPr lang="en-US" smtClean="0"/>
              <a:t>10 </a:t>
            </a:r>
            <a:r>
              <a:rPr lang="vi-VN"/>
              <a:t>Làm quen với NumPy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82382" y="2055139"/>
            <a:ext cx="1877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b="1"/>
              <a:t>Import thư viện</a:t>
            </a: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82382" y="3837612"/>
            <a:ext cx="32944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/>
              <a:t>Một số phương thức cơ bản</a:t>
            </a: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05167" y="3803535"/>
            <a:ext cx="381503" cy="368075"/>
          </a:xfrm>
          <a:prstGeom prst="ellipse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/>
              <a:t>2</a:t>
            </a:r>
            <a:endParaRPr lang="en-US" b="1" dirty="0"/>
          </a:p>
        </p:txBody>
      </p:sp>
      <p:sp>
        <p:nvSpPr>
          <p:cNvPr id="13" name="Rectangle 12"/>
          <p:cNvSpPr/>
          <p:nvPr/>
        </p:nvSpPr>
        <p:spPr>
          <a:xfrm>
            <a:off x="627321" y="2645157"/>
            <a:ext cx="7846828" cy="7806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08075" y="2834034"/>
            <a:ext cx="711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B0F0"/>
                </a:solidFill>
              </a:rPr>
              <a:t>import</a:t>
            </a:r>
            <a:r>
              <a:rPr lang="en-US">
                <a:solidFill>
                  <a:schemeClr val="bg1"/>
                </a:solidFill>
              </a:rPr>
              <a:t> numpy </a:t>
            </a:r>
            <a:r>
              <a:rPr lang="en-US">
                <a:solidFill>
                  <a:srgbClr val="00B0F0"/>
                </a:solidFill>
              </a:rPr>
              <a:t>as</a:t>
            </a:r>
            <a:r>
              <a:rPr lang="en-US">
                <a:solidFill>
                  <a:schemeClr val="bg1"/>
                </a:solidFill>
              </a:rPr>
              <a:t> np</a:t>
            </a:r>
          </a:p>
        </p:txBody>
      </p:sp>
      <p:sp>
        <p:nvSpPr>
          <p:cNvPr id="16" name="Diamond 15"/>
          <p:cNvSpPr/>
          <p:nvPr/>
        </p:nvSpPr>
        <p:spPr>
          <a:xfrm>
            <a:off x="627321" y="4390353"/>
            <a:ext cx="184666" cy="184666"/>
          </a:xfrm>
          <a:prstGeom prst="diamond">
            <a:avLst/>
          </a:prstGeom>
          <a:solidFill>
            <a:srgbClr val="3772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58613" y="4300048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Join mảng</a:t>
            </a:r>
            <a:endParaRPr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505167" y="2080329"/>
            <a:ext cx="381503" cy="368075"/>
          </a:xfrm>
          <a:prstGeom prst="ellipse">
            <a:avLst/>
          </a:prstGeom>
          <a:gradFill flip="none" rotWithShape="1">
            <a:gsLst>
              <a:gs pos="15000">
                <a:srgbClr val="67C7DF"/>
              </a:gs>
              <a:gs pos="100000">
                <a:srgbClr val="5EB13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/>
              <a:t>1</a:t>
            </a:r>
            <a:endParaRPr lang="en-US" b="1" dirty="0"/>
          </a:p>
        </p:txBody>
      </p:sp>
      <p:sp>
        <p:nvSpPr>
          <p:cNvPr id="26" name="Rectangle 25"/>
          <p:cNvSpPr/>
          <p:nvPr/>
        </p:nvSpPr>
        <p:spPr>
          <a:xfrm>
            <a:off x="569146" y="1514515"/>
            <a:ext cx="7379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Xem đầy đủ tại: </a:t>
            </a:r>
            <a:r>
              <a:rPr lang="en-US">
                <a:hlinkClick r:id="rId2"/>
              </a:rPr>
              <a:t>https://www.w3schools.com/python/numpy/default.asp</a:t>
            </a:r>
            <a:endParaRPr lang="en-US" sz="1400"/>
          </a:p>
        </p:txBody>
      </p:sp>
      <p:sp>
        <p:nvSpPr>
          <p:cNvPr id="15" name="Diamond 14"/>
          <p:cNvSpPr/>
          <p:nvPr/>
        </p:nvSpPr>
        <p:spPr>
          <a:xfrm>
            <a:off x="627321" y="4932219"/>
            <a:ext cx="184666" cy="184666"/>
          </a:xfrm>
          <a:prstGeom prst="diamond">
            <a:avLst/>
          </a:prstGeom>
          <a:solidFill>
            <a:srgbClr val="3772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958613" y="4841914"/>
            <a:ext cx="2710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Tách mảng (Split arrays)</a:t>
            </a:r>
            <a:endParaRPr lang="en-US" sz="1400" dirty="0"/>
          </a:p>
        </p:txBody>
      </p:sp>
      <p:sp>
        <p:nvSpPr>
          <p:cNvPr id="21" name="Diamond 20"/>
          <p:cNvSpPr/>
          <p:nvPr/>
        </p:nvSpPr>
        <p:spPr>
          <a:xfrm>
            <a:off x="627321" y="5491019"/>
            <a:ext cx="184666" cy="184666"/>
          </a:xfrm>
          <a:prstGeom prst="diamond">
            <a:avLst/>
          </a:prstGeom>
          <a:solidFill>
            <a:srgbClr val="3772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58613" y="5400714"/>
            <a:ext cx="51989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Tìm kiếm phần tử trong mảng (Searching Arrays)</a:t>
            </a:r>
            <a:endParaRPr lang="en-US" sz="1400" dirty="0"/>
          </a:p>
        </p:txBody>
      </p:sp>
      <p:sp>
        <p:nvSpPr>
          <p:cNvPr id="27" name="Diamond 26"/>
          <p:cNvSpPr/>
          <p:nvPr/>
        </p:nvSpPr>
        <p:spPr>
          <a:xfrm>
            <a:off x="627321" y="5982086"/>
            <a:ext cx="184666" cy="184666"/>
          </a:xfrm>
          <a:prstGeom prst="diamond">
            <a:avLst/>
          </a:prstGeom>
          <a:solidFill>
            <a:srgbClr val="3772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958613" y="5891781"/>
            <a:ext cx="3339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Sắp xếp mảng (Sorting Arrays)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306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919049" y="3863687"/>
            <a:ext cx="837841" cy="209551"/>
          </a:xfrm>
        </p:spPr>
        <p:txBody>
          <a:bodyPr/>
          <a:lstStyle/>
          <a:p>
            <a:fld id="{7D9EC917-02A2-4152-9EE3-DFE2775A77C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1925" y="851289"/>
            <a:ext cx="8454964" cy="424732"/>
          </a:xfrm>
        </p:spPr>
        <p:txBody>
          <a:bodyPr/>
          <a:lstStyle/>
          <a:p>
            <a:r>
              <a:rPr lang="en-US" smtClean="0"/>
              <a:t>10 </a:t>
            </a:r>
            <a:r>
              <a:rPr lang="vi-VN"/>
              <a:t>Làm quen với NumPy</a:t>
            </a:r>
            <a:endParaRPr lang="en-US"/>
          </a:p>
        </p:txBody>
      </p:sp>
      <p:sp>
        <p:nvSpPr>
          <p:cNvPr id="16" name="Diamond 15"/>
          <p:cNvSpPr/>
          <p:nvPr/>
        </p:nvSpPr>
        <p:spPr>
          <a:xfrm>
            <a:off x="627321" y="1605589"/>
            <a:ext cx="184666" cy="184666"/>
          </a:xfrm>
          <a:prstGeom prst="diamond">
            <a:avLst/>
          </a:prstGeom>
          <a:solidFill>
            <a:srgbClr val="3772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58613" y="1515284"/>
            <a:ext cx="29547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Lọc mảng (Filtering Arrays)</a:t>
            </a:r>
            <a:endParaRPr lang="en-US" sz="1400" dirty="0"/>
          </a:p>
        </p:txBody>
      </p:sp>
      <p:sp>
        <p:nvSpPr>
          <p:cNvPr id="8" name="Diamond 7"/>
          <p:cNvSpPr/>
          <p:nvPr/>
        </p:nvSpPr>
        <p:spPr>
          <a:xfrm>
            <a:off x="627321" y="2189789"/>
            <a:ext cx="184666" cy="184666"/>
          </a:xfrm>
          <a:prstGeom prst="diamond">
            <a:avLst/>
          </a:prstGeom>
          <a:solidFill>
            <a:srgbClr val="3772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58613" y="2099484"/>
            <a:ext cx="3775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Mảng ngẫu nhiên (Random Arrays)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52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1288</TotalTime>
  <Words>78</Words>
  <Application>Microsoft Office PowerPoint</Application>
  <PresentationFormat>On-screen Show (4:3)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Nobj</dc:creator>
  <cp:lastModifiedBy>Microsoft account</cp:lastModifiedBy>
  <cp:revision>616</cp:revision>
  <dcterms:created xsi:type="dcterms:W3CDTF">2023-04-21T02:43:36Z</dcterms:created>
  <dcterms:modified xsi:type="dcterms:W3CDTF">2025-10-31T01:58:56Z</dcterms:modified>
</cp:coreProperties>
</file>